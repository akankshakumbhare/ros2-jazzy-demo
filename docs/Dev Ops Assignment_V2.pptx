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9" r:id="rId1"/>
  </p:sldMasterIdLst>
  <p:sldIdLst>
    <p:sldId id="256" r:id="rId2"/>
    <p:sldId id="257" r:id="rId3"/>
    <p:sldId id="263" r:id="rId4"/>
    <p:sldId id="266" r:id="rId5"/>
    <p:sldId id="268" r:id="rId6"/>
    <p:sldId id="269" r:id="rId7"/>
    <p:sldId id="272" r:id="rId8"/>
    <p:sldId id="274" r:id="rId9"/>
    <p:sldId id="275" r:id="rId10"/>
    <p:sldId id="276" r:id="rId11"/>
    <p:sldId id="277" r:id="rId12"/>
    <p:sldId id="282" r:id="rId13"/>
    <p:sldId id="278" r:id="rId14"/>
    <p:sldId id="279" r:id="rId15"/>
    <p:sldId id="281" r:id="rId16"/>
    <p:sldId id="28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F00DE3-5E71-42EC-8518-651B22167FE2}" v="46" dt="2026-05-21T13:17:43.2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shek Sahu" userId="0717fd0afb00dcb8" providerId="LiveId" clId="{380B7806-6D69-4A2E-B39A-2C40A53C9BD3}"/>
    <pc:docChg chg="undo custSel addSld delSld modSld sldOrd">
      <pc:chgData name="Abhishek Sahu" userId="0717fd0afb00dcb8" providerId="LiveId" clId="{380B7806-6D69-4A2E-B39A-2C40A53C9BD3}" dt="2026-05-21T13:23:37.501" v="480" actId="1076"/>
      <pc:docMkLst>
        <pc:docMk/>
      </pc:docMkLst>
      <pc:sldChg chg="addSp modSp mod">
        <pc:chgData name="Abhishek Sahu" userId="0717fd0afb00dcb8" providerId="LiveId" clId="{380B7806-6D69-4A2E-B39A-2C40A53C9BD3}" dt="2026-05-21T12:45:22.518" v="38" actId="1076"/>
        <pc:sldMkLst>
          <pc:docMk/>
          <pc:sldMk cId="1993926715" sldId="256"/>
        </pc:sldMkLst>
        <pc:spChg chg="mod">
          <ac:chgData name="Abhishek Sahu" userId="0717fd0afb00dcb8" providerId="LiveId" clId="{380B7806-6D69-4A2E-B39A-2C40A53C9BD3}" dt="2026-05-21T12:45:17.198" v="37" actId="1076"/>
          <ac:spMkLst>
            <pc:docMk/>
            <pc:sldMk cId="1993926715" sldId="256"/>
            <ac:spMk id="4" creationId="{381AD30B-A022-F02C-C689-256991233126}"/>
          </ac:spMkLst>
        </pc:spChg>
        <pc:spChg chg="mod">
          <ac:chgData name="Abhishek Sahu" userId="0717fd0afb00dcb8" providerId="LiveId" clId="{380B7806-6D69-4A2E-B39A-2C40A53C9BD3}" dt="2026-05-21T12:45:14.182" v="36" actId="1076"/>
          <ac:spMkLst>
            <pc:docMk/>
            <pc:sldMk cId="1993926715" sldId="256"/>
            <ac:spMk id="5" creationId="{3252D7E1-33A5-9A73-C9BB-4DD0C9A1368F}"/>
          </ac:spMkLst>
        </pc:spChg>
        <pc:spChg chg="add mod">
          <ac:chgData name="Abhishek Sahu" userId="0717fd0afb00dcb8" providerId="LiveId" clId="{380B7806-6D69-4A2E-B39A-2C40A53C9BD3}" dt="2026-05-21T12:45:22.518" v="38" actId="1076"/>
          <ac:spMkLst>
            <pc:docMk/>
            <pc:sldMk cId="1993926715" sldId="256"/>
            <ac:spMk id="7" creationId="{85A7EE60-3414-CE19-AE89-3084EAA1D522}"/>
          </ac:spMkLst>
        </pc:spChg>
      </pc:sldChg>
      <pc:sldChg chg="delSp modSp mod">
        <pc:chgData name="Abhishek Sahu" userId="0717fd0afb00dcb8" providerId="LiveId" clId="{380B7806-6D69-4A2E-B39A-2C40A53C9BD3}" dt="2026-05-21T12:56:32.321" v="99" actId="14100"/>
        <pc:sldMkLst>
          <pc:docMk/>
          <pc:sldMk cId="740936372" sldId="257"/>
        </pc:sldMkLst>
        <pc:spChg chg="mod">
          <ac:chgData name="Abhishek Sahu" userId="0717fd0afb00dcb8" providerId="LiveId" clId="{380B7806-6D69-4A2E-B39A-2C40A53C9BD3}" dt="2026-05-21T12:54:21.333" v="40"/>
          <ac:spMkLst>
            <pc:docMk/>
            <pc:sldMk cId="740936372" sldId="257"/>
            <ac:spMk id="2" creationId="{76CFC7B3-3252-A9F1-9E2B-8A2A422B11F7}"/>
          </ac:spMkLst>
        </pc:spChg>
        <pc:spChg chg="mod">
          <ac:chgData name="Abhishek Sahu" userId="0717fd0afb00dcb8" providerId="LiveId" clId="{380B7806-6D69-4A2E-B39A-2C40A53C9BD3}" dt="2026-05-21T12:56:32.321" v="99" actId="14100"/>
          <ac:spMkLst>
            <pc:docMk/>
            <pc:sldMk cId="740936372" sldId="257"/>
            <ac:spMk id="3" creationId="{C2692860-BF04-30D0-D179-0877904BDA9A}"/>
          </ac:spMkLst>
        </pc:spChg>
        <pc:spChg chg="del">
          <ac:chgData name="Abhishek Sahu" userId="0717fd0afb00dcb8" providerId="LiveId" clId="{380B7806-6D69-4A2E-B39A-2C40A53C9BD3}" dt="2026-05-21T12:54:25.149" v="41" actId="478"/>
          <ac:spMkLst>
            <pc:docMk/>
            <pc:sldMk cId="740936372" sldId="257"/>
            <ac:spMk id="4" creationId="{34013DB0-FD26-5544-20AB-D1DF3511A05E}"/>
          </ac:spMkLst>
        </pc:spChg>
        <pc:spChg chg="del">
          <ac:chgData name="Abhishek Sahu" userId="0717fd0afb00dcb8" providerId="LiveId" clId="{380B7806-6D69-4A2E-B39A-2C40A53C9BD3}" dt="2026-05-21T12:54:27.005" v="42" actId="478"/>
          <ac:spMkLst>
            <pc:docMk/>
            <pc:sldMk cId="740936372" sldId="257"/>
            <ac:spMk id="5" creationId="{180CC7FB-DEA7-F1DA-5137-71A47FA378BD}"/>
          </ac:spMkLst>
        </pc:spChg>
      </pc:sldChg>
      <pc:sldChg chg="del">
        <pc:chgData name="Abhishek Sahu" userId="0717fd0afb00dcb8" providerId="LiveId" clId="{380B7806-6D69-4A2E-B39A-2C40A53C9BD3}" dt="2026-05-21T12:56:40.747" v="101" actId="47"/>
        <pc:sldMkLst>
          <pc:docMk/>
          <pc:sldMk cId="3900747527" sldId="258"/>
        </pc:sldMkLst>
      </pc:sldChg>
      <pc:sldChg chg="del">
        <pc:chgData name="Abhishek Sahu" userId="0717fd0afb00dcb8" providerId="LiveId" clId="{380B7806-6D69-4A2E-B39A-2C40A53C9BD3}" dt="2026-05-21T12:56:44.677" v="102" actId="47"/>
        <pc:sldMkLst>
          <pc:docMk/>
          <pc:sldMk cId="2980769000" sldId="259"/>
        </pc:sldMkLst>
      </pc:sldChg>
      <pc:sldChg chg="addSp delSp modSp del mod">
        <pc:chgData name="Abhishek Sahu" userId="0717fd0afb00dcb8" providerId="LiveId" clId="{380B7806-6D69-4A2E-B39A-2C40A53C9BD3}" dt="2026-05-21T12:56:58.877" v="104" actId="47"/>
        <pc:sldMkLst>
          <pc:docMk/>
          <pc:sldMk cId="3039787095" sldId="261"/>
        </pc:sldMkLst>
        <pc:spChg chg="del">
          <ac:chgData name="Abhishek Sahu" userId="0717fd0afb00dcb8" providerId="LiveId" clId="{380B7806-6D69-4A2E-B39A-2C40A53C9BD3}" dt="2026-05-21T12:56:54.578" v="103" actId="478"/>
          <ac:spMkLst>
            <pc:docMk/>
            <pc:sldMk cId="3039787095" sldId="261"/>
            <ac:spMk id="3" creationId="{132FC710-CD62-BB66-0CA0-740DBA2C82A6}"/>
          </ac:spMkLst>
        </pc:spChg>
        <pc:spChg chg="add mod">
          <ac:chgData name="Abhishek Sahu" userId="0717fd0afb00dcb8" providerId="LiveId" clId="{380B7806-6D69-4A2E-B39A-2C40A53C9BD3}" dt="2026-05-21T12:56:54.578" v="103" actId="478"/>
          <ac:spMkLst>
            <pc:docMk/>
            <pc:sldMk cId="3039787095" sldId="261"/>
            <ac:spMk id="5" creationId="{D8929837-8949-B7B9-432F-6A64A14C4BDD}"/>
          </ac:spMkLst>
        </pc:spChg>
      </pc:sldChg>
      <pc:sldChg chg="addSp delSp modSp mod">
        <pc:chgData name="Abhishek Sahu" userId="0717fd0afb00dcb8" providerId="LiveId" clId="{380B7806-6D69-4A2E-B39A-2C40A53C9BD3}" dt="2026-05-21T12:58:45.210" v="142" actId="1076"/>
        <pc:sldMkLst>
          <pc:docMk/>
          <pc:sldMk cId="709394619" sldId="263"/>
        </pc:sldMkLst>
        <pc:spChg chg="mod">
          <ac:chgData name="Abhishek Sahu" userId="0717fd0afb00dcb8" providerId="LiveId" clId="{380B7806-6D69-4A2E-B39A-2C40A53C9BD3}" dt="2026-05-21T12:57:21.791" v="109" actId="1076"/>
          <ac:spMkLst>
            <pc:docMk/>
            <pc:sldMk cId="709394619" sldId="263"/>
            <ac:spMk id="2" creationId="{FEBF10A7-3937-49A1-20C7-9F0331245DB0}"/>
          </ac:spMkLst>
        </pc:spChg>
        <pc:spChg chg="mod">
          <ac:chgData name="Abhishek Sahu" userId="0717fd0afb00dcb8" providerId="LiveId" clId="{380B7806-6D69-4A2E-B39A-2C40A53C9BD3}" dt="2026-05-21T12:58:42.835" v="141" actId="1076"/>
          <ac:spMkLst>
            <pc:docMk/>
            <pc:sldMk cId="709394619" sldId="263"/>
            <ac:spMk id="3" creationId="{2D1DFEC1-B571-04CF-2136-1D174D1056A9}"/>
          </ac:spMkLst>
        </pc:spChg>
        <pc:spChg chg="del">
          <ac:chgData name="Abhishek Sahu" userId="0717fd0afb00dcb8" providerId="LiveId" clId="{380B7806-6D69-4A2E-B39A-2C40A53C9BD3}" dt="2026-05-21T12:57:02.626" v="105" actId="478"/>
          <ac:spMkLst>
            <pc:docMk/>
            <pc:sldMk cId="709394619" sldId="263"/>
            <ac:spMk id="4" creationId="{87A0D0BB-F867-7BC9-F570-0B3313A08B15}"/>
          </ac:spMkLst>
        </pc:spChg>
        <pc:spChg chg="del">
          <ac:chgData name="Abhishek Sahu" userId="0717fd0afb00dcb8" providerId="LiveId" clId="{380B7806-6D69-4A2E-B39A-2C40A53C9BD3}" dt="2026-05-21T12:57:04.280" v="106" actId="478"/>
          <ac:spMkLst>
            <pc:docMk/>
            <pc:sldMk cId="709394619" sldId="263"/>
            <ac:spMk id="5" creationId="{24517D5A-3B2B-14B6-ADFA-6DC0ADAFD065}"/>
          </ac:spMkLst>
        </pc:spChg>
        <pc:spChg chg="add mod">
          <ac:chgData name="Abhishek Sahu" userId="0717fd0afb00dcb8" providerId="LiveId" clId="{380B7806-6D69-4A2E-B39A-2C40A53C9BD3}" dt="2026-05-21T12:58:45.210" v="142" actId="1076"/>
          <ac:spMkLst>
            <pc:docMk/>
            <pc:sldMk cId="709394619" sldId="263"/>
            <ac:spMk id="6" creationId="{CA7E5ADF-9040-EAA4-4BAA-4DC40E34A22E}"/>
          </ac:spMkLst>
        </pc:spChg>
      </pc:sldChg>
      <pc:sldChg chg="addSp delSp modSp del mod">
        <pc:chgData name="Abhishek Sahu" userId="0717fd0afb00dcb8" providerId="LiveId" clId="{380B7806-6D69-4A2E-B39A-2C40A53C9BD3}" dt="2026-05-21T13:14:38.275" v="424" actId="2696"/>
        <pc:sldMkLst>
          <pc:docMk/>
          <pc:sldMk cId="1613998391" sldId="265"/>
        </pc:sldMkLst>
        <pc:spChg chg="mod">
          <ac:chgData name="Abhishek Sahu" userId="0717fd0afb00dcb8" providerId="LiveId" clId="{380B7806-6D69-4A2E-B39A-2C40A53C9BD3}" dt="2026-05-21T12:59:06.346" v="143"/>
          <ac:spMkLst>
            <pc:docMk/>
            <pc:sldMk cId="1613998391" sldId="265"/>
            <ac:spMk id="2" creationId="{4BF90D3B-20C5-B175-05B2-D1CBD44BED25}"/>
          </ac:spMkLst>
        </pc:spChg>
        <pc:spChg chg="del">
          <ac:chgData name="Abhishek Sahu" userId="0717fd0afb00dcb8" providerId="LiveId" clId="{380B7806-6D69-4A2E-B39A-2C40A53C9BD3}" dt="2026-05-21T12:59:10.368" v="144" actId="478"/>
          <ac:spMkLst>
            <pc:docMk/>
            <pc:sldMk cId="1613998391" sldId="265"/>
            <ac:spMk id="3" creationId="{F6E9188D-DD52-90F3-9309-45DDFA8F4C64}"/>
          </ac:spMkLst>
        </pc:spChg>
        <pc:spChg chg="add del mod">
          <ac:chgData name="Abhishek Sahu" userId="0717fd0afb00dcb8" providerId="LiveId" clId="{380B7806-6D69-4A2E-B39A-2C40A53C9BD3}" dt="2026-05-21T12:59:28.527" v="145" actId="1032"/>
          <ac:spMkLst>
            <pc:docMk/>
            <pc:sldMk cId="1613998391" sldId="265"/>
            <ac:spMk id="5" creationId="{1CCD2919-A817-B420-B772-A2676F0EB5AE}"/>
          </ac:spMkLst>
        </pc:spChg>
        <pc:graphicFrameChg chg="add mod modGraphic">
          <ac:chgData name="Abhishek Sahu" userId="0717fd0afb00dcb8" providerId="LiveId" clId="{380B7806-6D69-4A2E-B39A-2C40A53C9BD3}" dt="2026-05-21T13:03:12.525" v="177" actId="1076"/>
          <ac:graphicFrameMkLst>
            <pc:docMk/>
            <pc:sldMk cId="1613998391" sldId="265"/>
            <ac:graphicFrameMk id="6" creationId="{1426E4FD-C0B9-BE0D-F3FD-76FD3724C68A}"/>
          </ac:graphicFrameMkLst>
        </pc:graphicFrameChg>
      </pc:sldChg>
      <pc:sldChg chg="delSp modSp mod">
        <pc:chgData name="Abhishek Sahu" userId="0717fd0afb00dcb8" providerId="LiveId" clId="{380B7806-6D69-4A2E-B39A-2C40A53C9BD3}" dt="2026-05-21T13:23:37.501" v="480" actId="1076"/>
        <pc:sldMkLst>
          <pc:docMk/>
          <pc:sldMk cId="1175459672" sldId="266"/>
        </pc:sldMkLst>
        <pc:spChg chg="mod">
          <ac:chgData name="Abhishek Sahu" userId="0717fd0afb00dcb8" providerId="LiveId" clId="{380B7806-6D69-4A2E-B39A-2C40A53C9BD3}" dt="2026-05-21T13:23:37.501" v="480" actId="1076"/>
          <ac:spMkLst>
            <pc:docMk/>
            <pc:sldMk cId="1175459672" sldId="266"/>
            <ac:spMk id="2" creationId="{F7C5A60C-384F-653E-D70D-F6B348991190}"/>
          </ac:spMkLst>
        </pc:spChg>
        <pc:spChg chg="mod">
          <ac:chgData name="Abhishek Sahu" userId="0717fd0afb00dcb8" providerId="LiveId" clId="{380B7806-6D69-4A2E-B39A-2C40A53C9BD3}" dt="2026-05-21T13:05:08.339" v="200" actId="20577"/>
          <ac:spMkLst>
            <pc:docMk/>
            <pc:sldMk cId="1175459672" sldId="266"/>
            <ac:spMk id="3" creationId="{E542A420-29A5-96D1-086A-BF11505EC901}"/>
          </ac:spMkLst>
        </pc:spChg>
        <pc:spChg chg="del mod">
          <ac:chgData name="Abhishek Sahu" userId="0717fd0afb00dcb8" providerId="LiveId" clId="{380B7806-6D69-4A2E-B39A-2C40A53C9BD3}" dt="2026-05-21T13:03:33.840" v="180" actId="478"/>
          <ac:spMkLst>
            <pc:docMk/>
            <pc:sldMk cId="1175459672" sldId="266"/>
            <ac:spMk id="4" creationId="{2F2AE7CF-5B9E-9D32-55E1-248D6A6F4FE8}"/>
          </ac:spMkLst>
        </pc:spChg>
        <pc:spChg chg="del">
          <ac:chgData name="Abhishek Sahu" userId="0717fd0afb00dcb8" providerId="LiveId" clId="{380B7806-6D69-4A2E-B39A-2C40A53C9BD3}" dt="2026-05-21T13:03:35.117" v="181" actId="478"/>
          <ac:spMkLst>
            <pc:docMk/>
            <pc:sldMk cId="1175459672" sldId="266"/>
            <ac:spMk id="5" creationId="{88231723-B340-0219-B311-88A5BF496CDB}"/>
          </ac:spMkLst>
        </pc:spChg>
      </pc:sldChg>
      <pc:sldChg chg="modSp mod">
        <pc:chgData name="Abhishek Sahu" userId="0717fd0afb00dcb8" providerId="LiveId" clId="{380B7806-6D69-4A2E-B39A-2C40A53C9BD3}" dt="2026-05-21T13:05:58.321" v="217" actId="6549"/>
        <pc:sldMkLst>
          <pc:docMk/>
          <pc:sldMk cId="606321117" sldId="268"/>
        </pc:sldMkLst>
        <pc:spChg chg="mod">
          <ac:chgData name="Abhishek Sahu" userId="0717fd0afb00dcb8" providerId="LiveId" clId="{380B7806-6D69-4A2E-B39A-2C40A53C9BD3}" dt="2026-05-21T13:05:38.907" v="201"/>
          <ac:spMkLst>
            <pc:docMk/>
            <pc:sldMk cId="606321117" sldId="268"/>
            <ac:spMk id="2" creationId="{C61AA565-E47D-7B6D-7288-8F815C2A2BAA}"/>
          </ac:spMkLst>
        </pc:spChg>
        <pc:spChg chg="mod">
          <ac:chgData name="Abhishek Sahu" userId="0717fd0afb00dcb8" providerId="LiveId" clId="{380B7806-6D69-4A2E-B39A-2C40A53C9BD3}" dt="2026-05-21T13:05:58.321" v="217" actId="6549"/>
          <ac:spMkLst>
            <pc:docMk/>
            <pc:sldMk cId="606321117" sldId="268"/>
            <ac:spMk id="3" creationId="{D8CF70CB-9CA9-E75A-0997-6F1DEB1D9CBA}"/>
          </ac:spMkLst>
        </pc:spChg>
      </pc:sldChg>
      <pc:sldChg chg="modSp mod">
        <pc:chgData name="Abhishek Sahu" userId="0717fd0afb00dcb8" providerId="LiveId" clId="{380B7806-6D69-4A2E-B39A-2C40A53C9BD3}" dt="2026-05-21T13:06:32.815" v="243" actId="20577"/>
        <pc:sldMkLst>
          <pc:docMk/>
          <pc:sldMk cId="438720730" sldId="269"/>
        </pc:sldMkLst>
        <pc:spChg chg="mod">
          <ac:chgData name="Abhishek Sahu" userId="0717fd0afb00dcb8" providerId="LiveId" clId="{380B7806-6D69-4A2E-B39A-2C40A53C9BD3}" dt="2026-05-21T13:06:17.164" v="228" actId="20577"/>
          <ac:spMkLst>
            <pc:docMk/>
            <pc:sldMk cId="438720730" sldId="269"/>
            <ac:spMk id="2" creationId="{A8AB4CB4-23B1-E364-76C4-0C13AF2C9732}"/>
          </ac:spMkLst>
        </pc:spChg>
        <pc:spChg chg="mod">
          <ac:chgData name="Abhishek Sahu" userId="0717fd0afb00dcb8" providerId="LiveId" clId="{380B7806-6D69-4A2E-B39A-2C40A53C9BD3}" dt="2026-05-21T13:06:32.815" v="243" actId="20577"/>
          <ac:spMkLst>
            <pc:docMk/>
            <pc:sldMk cId="438720730" sldId="269"/>
            <ac:spMk id="3" creationId="{EDF6B8E4-3DB6-B819-224D-5A7D279E4F4B}"/>
          </ac:spMkLst>
        </pc:spChg>
      </pc:sldChg>
      <pc:sldChg chg="modSp add mod">
        <pc:chgData name="Abhishek Sahu" userId="0717fd0afb00dcb8" providerId="LiveId" clId="{380B7806-6D69-4A2E-B39A-2C40A53C9BD3}" dt="2026-05-21T13:07:02.941" v="260" actId="6549"/>
        <pc:sldMkLst>
          <pc:docMk/>
          <pc:sldMk cId="1581160254" sldId="272"/>
        </pc:sldMkLst>
        <pc:spChg chg="mod">
          <ac:chgData name="Abhishek Sahu" userId="0717fd0afb00dcb8" providerId="LiveId" clId="{380B7806-6D69-4A2E-B39A-2C40A53C9BD3}" dt="2026-05-21T13:06:46.870" v="245"/>
          <ac:spMkLst>
            <pc:docMk/>
            <pc:sldMk cId="1581160254" sldId="272"/>
            <ac:spMk id="2" creationId="{1F028D1D-76C3-5396-4610-809E56425CBD}"/>
          </ac:spMkLst>
        </pc:spChg>
        <pc:spChg chg="mod">
          <ac:chgData name="Abhishek Sahu" userId="0717fd0afb00dcb8" providerId="LiveId" clId="{380B7806-6D69-4A2E-B39A-2C40A53C9BD3}" dt="2026-05-21T13:07:02.941" v="260" actId="6549"/>
          <ac:spMkLst>
            <pc:docMk/>
            <pc:sldMk cId="1581160254" sldId="272"/>
            <ac:spMk id="3" creationId="{F1006C8F-C40F-2F3C-2C21-12A5C2F6A47E}"/>
          </ac:spMkLst>
        </pc:spChg>
      </pc:sldChg>
      <pc:sldChg chg="add del">
        <pc:chgData name="Abhishek Sahu" userId="0717fd0afb00dcb8" providerId="LiveId" clId="{380B7806-6D69-4A2E-B39A-2C40A53C9BD3}" dt="2026-05-21T12:56:39.905" v="100" actId="47"/>
        <pc:sldMkLst>
          <pc:docMk/>
          <pc:sldMk cId="2561607378" sldId="272"/>
        </pc:sldMkLst>
      </pc:sldChg>
      <pc:sldChg chg="modSp add del mod">
        <pc:chgData name="Abhishek Sahu" userId="0717fd0afb00dcb8" providerId="LiveId" clId="{380B7806-6D69-4A2E-B39A-2C40A53C9BD3}" dt="2026-05-21T13:16:01.963" v="426" actId="47"/>
        <pc:sldMkLst>
          <pc:docMk/>
          <pc:sldMk cId="730068555" sldId="273"/>
        </pc:sldMkLst>
        <pc:spChg chg="mod">
          <ac:chgData name="Abhishek Sahu" userId="0717fd0afb00dcb8" providerId="LiveId" clId="{380B7806-6D69-4A2E-B39A-2C40A53C9BD3}" dt="2026-05-21T13:15:55.627" v="425"/>
          <ac:spMkLst>
            <pc:docMk/>
            <pc:sldMk cId="730068555" sldId="273"/>
            <ac:spMk id="2" creationId="{C1388964-9688-F67C-5F87-FF0266327052}"/>
          </ac:spMkLst>
        </pc:spChg>
        <pc:spChg chg="mod">
          <ac:chgData name="Abhishek Sahu" userId="0717fd0afb00dcb8" providerId="LiveId" clId="{380B7806-6D69-4A2E-B39A-2C40A53C9BD3}" dt="2026-05-21T13:07:42.882" v="283" actId="27636"/>
          <ac:spMkLst>
            <pc:docMk/>
            <pc:sldMk cId="730068555" sldId="273"/>
            <ac:spMk id="3" creationId="{C1D86FB5-129D-3BEB-1B23-E52BD91E8E5B}"/>
          </ac:spMkLst>
        </pc:spChg>
      </pc:sldChg>
      <pc:sldChg chg="modSp add mod">
        <pc:chgData name="Abhishek Sahu" userId="0717fd0afb00dcb8" providerId="LiveId" clId="{380B7806-6D69-4A2E-B39A-2C40A53C9BD3}" dt="2026-05-21T13:08:10.853" v="289" actId="1076"/>
        <pc:sldMkLst>
          <pc:docMk/>
          <pc:sldMk cId="2310177156" sldId="274"/>
        </pc:sldMkLst>
        <pc:spChg chg="mod">
          <ac:chgData name="Abhishek Sahu" userId="0717fd0afb00dcb8" providerId="LiveId" clId="{380B7806-6D69-4A2E-B39A-2C40A53C9BD3}" dt="2026-05-21T13:08:10.853" v="289" actId="1076"/>
          <ac:spMkLst>
            <pc:docMk/>
            <pc:sldMk cId="2310177156" sldId="274"/>
            <ac:spMk id="2" creationId="{EBFDA548-09DA-FB24-BD35-11B7190A8F75}"/>
          </ac:spMkLst>
        </pc:spChg>
      </pc:sldChg>
      <pc:sldChg chg="modSp add mod">
        <pc:chgData name="Abhishek Sahu" userId="0717fd0afb00dcb8" providerId="LiveId" clId="{380B7806-6D69-4A2E-B39A-2C40A53C9BD3}" dt="2026-05-21T13:08:44.449" v="320" actId="6549"/>
        <pc:sldMkLst>
          <pc:docMk/>
          <pc:sldMk cId="625264424" sldId="275"/>
        </pc:sldMkLst>
        <pc:spChg chg="mod">
          <ac:chgData name="Abhishek Sahu" userId="0717fd0afb00dcb8" providerId="LiveId" clId="{380B7806-6D69-4A2E-B39A-2C40A53C9BD3}" dt="2026-05-21T13:08:27.011" v="312"/>
          <ac:spMkLst>
            <pc:docMk/>
            <pc:sldMk cId="625264424" sldId="275"/>
            <ac:spMk id="2" creationId="{DA2E8DCF-744B-2BEF-2B19-EACCB4C9BF0E}"/>
          </ac:spMkLst>
        </pc:spChg>
        <pc:spChg chg="mod">
          <ac:chgData name="Abhishek Sahu" userId="0717fd0afb00dcb8" providerId="LiveId" clId="{380B7806-6D69-4A2E-B39A-2C40A53C9BD3}" dt="2026-05-21T13:08:44.449" v="320" actId="6549"/>
          <ac:spMkLst>
            <pc:docMk/>
            <pc:sldMk cId="625264424" sldId="275"/>
            <ac:spMk id="3" creationId="{80B9CC97-5F44-05FF-67DE-53372D36B3BC}"/>
          </ac:spMkLst>
        </pc:spChg>
      </pc:sldChg>
      <pc:sldChg chg="modSp add mod">
        <pc:chgData name="Abhishek Sahu" userId="0717fd0afb00dcb8" providerId="LiveId" clId="{380B7806-6D69-4A2E-B39A-2C40A53C9BD3}" dt="2026-05-21T13:09:26.071" v="346" actId="20577"/>
        <pc:sldMkLst>
          <pc:docMk/>
          <pc:sldMk cId="1466753308" sldId="276"/>
        </pc:sldMkLst>
        <pc:spChg chg="mod">
          <ac:chgData name="Abhishek Sahu" userId="0717fd0afb00dcb8" providerId="LiveId" clId="{380B7806-6D69-4A2E-B39A-2C40A53C9BD3}" dt="2026-05-21T13:09:02.979" v="322"/>
          <ac:spMkLst>
            <pc:docMk/>
            <pc:sldMk cId="1466753308" sldId="276"/>
            <ac:spMk id="2" creationId="{0DF6E33D-3B00-966C-5C57-0D17B98FEF0E}"/>
          </ac:spMkLst>
        </pc:spChg>
        <pc:spChg chg="mod">
          <ac:chgData name="Abhishek Sahu" userId="0717fd0afb00dcb8" providerId="LiveId" clId="{380B7806-6D69-4A2E-B39A-2C40A53C9BD3}" dt="2026-05-21T13:09:26.071" v="346" actId="20577"/>
          <ac:spMkLst>
            <pc:docMk/>
            <pc:sldMk cId="1466753308" sldId="276"/>
            <ac:spMk id="3" creationId="{BFFC9B85-76F1-889E-86DD-7D4318106385}"/>
          </ac:spMkLst>
        </pc:spChg>
      </pc:sldChg>
      <pc:sldChg chg="modSp add mod">
        <pc:chgData name="Abhishek Sahu" userId="0717fd0afb00dcb8" providerId="LiveId" clId="{380B7806-6D69-4A2E-B39A-2C40A53C9BD3}" dt="2026-05-21T13:09:57.701" v="371" actId="6549"/>
        <pc:sldMkLst>
          <pc:docMk/>
          <pc:sldMk cId="2695537242" sldId="277"/>
        </pc:sldMkLst>
        <pc:spChg chg="mod">
          <ac:chgData name="Abhishek Sahu" userId="0717fd0afb00dcb8" providerId="LiveId" clId="{380B7806-6D69-4A2E-B39A-2C40A53C9BD3}" dt="2026-05-21T13:09:39.927" v="348"/>
          <ac:spMkLst>
            <pc:docMk/>
            <pc:sldMk cId="2695537242" sldId="277"/>
            <ac:spMk id="2" creationId="{AA4A28BB-CAAE-9504-0FDA-8FFEB4B21D3C}"/>
          </ac:spMkLst>
        </pc:spChg>
        <pc:spChg chg="mod">
          <ac:chgData name="Abhishek Sahu" userId="0717fd0afb00dcb8" providerId="LiveId" clId="{380B7806-6D69-4A2E-B39A-2C40A53C9BD3}" dt="2026-05-21T13:09:57.701" v="371" actId="6549"/>
          <ac:spMkLst>
            <pc:docMk/>
            <pc:sldMk cId="2695537242" sldId="277"/>
            <ac:spMk id="3" creationId="{77C6E88A-F965-351E-CE54-93323958715B}"/>
          </ac:spMkLst>
        </pc:spChg>
      </pc:sldChg>
      <pc:sldChg chg="modSp add mod">
        <pc:chgData name="Abhishek Sahu" userId="0717fd0afb00dcb8" providerId="LiveId" clId="{380B7806-6D69-4A2E-B39A-2C40A53C9BD3}" dt="2026-05-21T13:10:25.071" v="382" actId="6549"/>
        <pc:sldMkLst>
          <pc:docMk/>
          <pc:sldMk cId="2670679673" sldId="278"/>
        </pc:sldMkLst>
        <pc:spChg chg="mod">
          <ac:chgData name="Abhishek Sahu" userId="0717fd0afb00dcb8" providerId="LiveId" clId="{380B7806-6D69-4A2E-B39A-2C40A53C9BD3}" dt="2026-05-21T13:10:12.825" v="373"/>
          <ac:spMkLst>
            <pc:docMk/>
            <pc:sldMk cId="2670679673" sldId="278"/>
            <ac:spMk id="2" creationId="{66D82A96-1050-1684-5404-BEE9B9CADA2C}"/>
          </ac:spMkLst>
        </pc:spChg>
        <pc:spChg chg="mod">
          <ac:chgData name="Abhishek Sahu" userId="0717fd0afb00dcb8" providerId="LiveId" clId="{380B7806-6D69-4A2E-B39A-2C40A53C9BD3}" dt="2026-05-21T13:10:25.071" v="382" actId="6549"/>
          <ac:spMkLst>
            <pc:docMk/>
            <pc:sldMk cId="2670679673" sldId="278"/>
            <ac:spMk id="3" creationId="{68BCF300-C8A6-F383-30AE-E62B05E6623E}"/>
          </ac:spMkLst>
        </pc:spChg>
      </pc:sldChg>
      <pc:sldChg chg="modSp add mod">
        <pc:chgData name="Abhishek Sahu" userId="0717fd0afb00dcb8" providerId="LiveId" clId="{380B7806-6D69-4A2E-B39A-2C40A53C9BD3}" dt="2026-05-21T13:11:03.304" v="415" actId="6549"/>
        <pc:sldMkLst>
          <pc:docMk/>
          <pc:sldMk cId="4127300218" sldId="279"/>
        </pc:sldMkLst>
        <pc:spChg chg="mod">
          <ac:chgData name="Abhishek Sahu" userId="0717fd0afb00dcb8" providerId="LiveId" clId="{380B7806-6D69-4A2E-B39A-2C40A53C9BD3}" dt="2026-05-21T13:10:48.428" v="400" actId="20577"/>
          <ac:spMkLst>
            <pc:docMk/>
            <pc:sldMk cId="4127300218" sldId="279"/>
            <ac:spMk id="2" creationId="{CB7111BA-5F8F-D3FD-9958-A148DCEBFF59}"/>
          </ac:spMkLst>
        </pc:spChg>
        <pc:spChg chg="mod">
          <ac:chgData name="Abhishek Sahu" userId="0717fd0afb00dcb8" providerId="LiveId" clId="{380B7806-6D69-4A2E-B39A-2C40A53C9BD3}" dt="2026-05-21T13:11:03.304" v="415" actId="6549"/>
          <ac:spMkLst>
            <pc:docMk/>
            <pc:sldMk cId="4127300218" sldId="279"/>
            <ac:spMk id="3" creationId="{7AD0E3B2-541D-D1D2-2B0D-67209A4E3105}"/>
          </ac:spMkLst>
        </pc:spChg>
      </pc:sldChg>
      <pc:sldChg chg="modSp add mod">
        <pc:chgData name="Abhishek Sahu" userId="0717fd0afb00dcb8" providerId="LiveId" clId="{380B7806-6D69-4A2E-B39A-2C40A53C9BD3}" dt="2026-05-21T13:11:25.013" v="420"/>
        <pc:sldMkLst>
          <pc:docMk/>
          <pc:sldMk cId="1694143234" sldId="280"/>
        </pc:sldMkLst>
        <pc:spChg chg="mod">
          <ac:chgData name="Abhishek Sahu" userId="0717fd0afb00dcb8" providerId="LiveId" clId="{380B7806-6D69-4A2E-B39A-2C40A53C9BD3}" dt="2026-05-21T13:11:16.327" v="417"/>
          <ac:spMkLst>
            <pc:docMk/>
            <pc:sldMk cId="1694143234" sldId="280"/>
            <ac:spMk id="2" creationId="{5A66CD73-EDA5-0EB4-8571-D5E0B26C975E}"/>
          </ac:spMkLst>
        </pc:spChg>
        <pc:spChg chg="mod">
          <ac:chgData name="Abhishek Sahu" userId="0717fd0afb00dcb8" providerId="LiveId" clId="{380B7806-6D69-4A2E-B39A-2C40A53C9BD3}" dt="2026-05-21T13:11:25.013" v="420"/>
          <ac:spMkLst>
            <pc:docMk/>
            <pc:sldMk cId="1694143234" sldId="280"/>
            <ac:spMk id="3" creationId="{864C1D41-3400-B8E3-9819-A2EE87BE2159}"/>
          </ac:spMkLst>
        </pc:spChg>
      </pc:sldChg>
      <pc:sldChg chg="modSp new mod ord">
        <pc:chgData name="Abhishek Sahu" userId="0717fd0afb00dcb8" providerId="LiveId" clId="{380B7806-6D69-4A2E-B39A-2C40A53C9BD3}" dt="2026-05-21T13:17:43.229" v="452"/>
        <pc:sldMkLst>
          <pc:docMk/>
          <pc:sldMk cId="116966268" sldId="281"/>
        </pc:sldMkLst>
        <pc:spChg chg="mod">
          <ac:chgData name="Abhishek Sahu" userId="0717fd0afb00dcb8" providerId="LiveId" clId="{380B7806-6D69-4A2E-B39A-2C40A53C9BD3}" dt="2026-05-21T13:16:56.945" v="451" actId="20577"/>
          <ac:spMkLst>
            <pc:docMk/>
            <pc:sldMk cId="116966268" sldId="281"/>
            <ac:spMk id="2" creationId="{474BB6FF-B3D4-121C-98AC-87783AA5DC63}"/>
          </ac:spMkLst>
        </pc:spChg>
        <pc:spChg chg="mod">
          <ac:chgData name="Abhishek Sahu" userId="0717fd0afb00dcb8" providerId="LiveId" clId="{380B7806-6D69-4A2E-B39A-2C40A53C9BD3}" dt="2026-05-21T13:17:43.229" v="452"/>
          <ac:spMkLst>
            <pc:docMk/>
            <pc:sldMk cId="116966268" sldId="281"/>
            <ac:spMk id="3" creationId="{68FA5914-D92B-7102-9FB5-C1304C580C64}"/>
          </ac:spMkLst>
        </pc:spChg>
      </pc:sldChg>
      <pc:sldChg chg="modSp add del mod">
        <pc:chgData name="Abhishek Sahu" userId="0717fd0afb00dcb8" providerId="LiveId" clId="{380B7806-6D69-4A2E-B39A-2C40A53C9BD3}" dt="2026-05-21T13:11:40.205" v="423" actId="47"/>
        <pc:sldMkLst>
          <pc:docMk/>
          <pc:sldMk cId="2581679698" sldId="281"/>
        </pc:sldMkLst>
        <pc:spChg chg="mod">
          <ac:chgData name="Abhishek Sahu" userId="0717fd0afb00dcb8" providerId="LiveId" clId="{380B7806-6D69-4A2E-B39A-2C40A53C9BD3}" dt="2026-05-21T13:11:37.141" v="422" actId="6549"/>
          <ac:spMkLst>
            <pc:docMk/>
            <pc:sldMk cId="2581679698" sldId="281"/>
            <ac:spMk id="2" creationId="{AD03DAAE-D8AF-0BBD-B556-A3B373055893}"/>
          </ac:spMkLst>
        </pc:spChg>
      </pc:sldChg>
      <pc:sldChg chg="addSp delSp modSp new mod">
        <pc:chgData name="Abhishek Sahu" userId="0717fd0afb00dcb8" providerId="LiveId" clId="{380B7806-6D69-4A2E-B39A-2C40A53C9BD3}" dt="2026-05-21T13:22:32.576" v="479" actId="20577"/>
        <pc:sldMkLst>
          <pc:docMk/>
          <pc:sldMk cId="4146155522" sldId="282"/>
        </pc:sldMkLst>
        <pc:spChg chg="mod">
          <ac:chgData name="Abhishek Sahu" userId="0717fd0afb00dcb8" providerId="LiveId" clId="{380B7806-6D69-4A2E-B39A-2C40A53C9BD3}" dt="2026-05-21T13:22:32.576" v="479" actId="20577"/>
          <ac:spMkLst>
            <pc:docMk/>
            <pc:sldMk cId="4146155522" sldId="282"/>
            <ac:spMk id="2" creationId="{098F3118-95F0-E872-E3CD-9C0488D6B810}"/>
          </ac:spMkLst>
        </pc:spChg>
        <pc:spChg chg="del">
          <ac:chgData name="Abhishek Sahu" userId="0717fd0afb00dcb8" providerId="LiveId" clId="{380B7806-6D69-4A2E-B39A-2C40A53C9BD3}" dt="2026-05-21T13:22:01.753" v="454" actId="22"/>
          <ac:spMkLst>
            <pc:docMk/>
            <pc:sldMk cId="4146155522" sldId="282"/>
            <ac:spMk id="3" creationId="{0B459C21-5407-D52A-9778-27F638626E0B}"/>
          </ac:spMkLst>
        </pc:spChg>
        <pc:picChg chg="add mod ord">
          <ac:chgData name="Abhishek Sahu" userId="0717fd0afb00dcb8" providerId="LiveId" clId="{380B7806-6D69-4A2E-B39A-2C40A53C9BD3}" dt="2026-05-21T13:22:20.186" v="459" actId="14100"/>
          <ac:picMkLst>
            <pc:docMk/>
            <pc:sldMk cId="4146155522" sldId="282"/>
            <ac:picMk id="5" creationId="{1A688E4B-BFE8-D619-E311-4975C043BFE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B0981A1-1805-4081-B202-8C1042ACDEF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E79D07C5-2AF0-423F-90D3-13E3DB97D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507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81A1-1805-4081-B202-8C1042ACDEF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D07C5-2AF0-423F-90D3-13E3DB97D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624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81A1-1805-4081-B202-8C1042ACDEF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D07C5-2AF0-423F-90D3-13E3DB97D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756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81A1-1805-4081-B202-8C1042ACDEF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D07C5-2AF0-423F-90D3-13E3DB97D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526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81A1-1805-4081-B202-8C1042ACDEF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D07C5-2AF0-423F-90D3-13E3DB97D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4575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81A1-1805-4081-B202-8C1042ACDEF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D07C5-2AF0-423F-90D3-13E3DB97D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7893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81A1-1805-4081-B202-8C1042ACDEF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D07C5-2AF0-423F-90D3-13E3DB97D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071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81A1-1805-4081-B202-8C1042ACDEF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D07C5-2AF0-423F-90D3-13E3DB97D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205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81A1-1805-4081-B202-8C1042ACDEF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D07C5-2AF0-423F-90D3-13E3DB97D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594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81A1-1805-4081-B202-8C1042ACDEF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D07C5-2AF0-423F-90D3-13E3DB97D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325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81A1-1805-4081-B202-8C1042ACDEF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D07C5-2AF0-423F-90D3-13E3DB97D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7772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81A1-1805-4081-B202-8C1042ACDEF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D07C5-2AF0-423F-90D3-13E3DB97DB34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32376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81A1-1805-4081-B202-8C1042ACDEF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D07C5-2AF0-423F-90D3-13E3DB97D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90535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81A1-1805-4081-B202-8C1042ACDEF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D07C5-2AF0-423F-90D3-13E3DB97D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0669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81A1-1805-4081-B202-8C1042ACDEF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D07C5-2AF0-423F-90D3-13E3DB97D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592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81A1-1805-4081-B202-8C1042ACDEF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D07C5-2AF0-423F-90D3-13E3DB97D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1688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81A1-1805-4081-B202-8C1042ACDEF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D07C5-2AF0-423F-90D3-13E3DB97D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438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981A1-1805-4081-B202-8C1042ACDEF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D07C5-2AF0-423F-90D3-13E3DB97D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303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  <p:sldLayoutId id="2147483881" r:id="rId12"/>
    <p:sldLayoutId id="2147483882" r:id="rId13"/>
    <p:sldLayoutId id="2147483883" r:id="rId14"/>
    <p:sldLayoutId id="2147483884" r:id="rId15"/>
    <p:sldLayoutId id="2147483885" r:id="rId16"/>
    <p:sldLayoutId id="21474838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kankshakumbhare/ros2-jazzy-demo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F6A89-6E3B-FD92-F8AB-22ED0151F1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487141"/>
            <a:ext cx="8791575" cy="2387600"/>
          </a:xfrm>
        </p:spPr>
        <p:txBody>
          <a:bodyPr/>
          <a:lstStyle/>
          <a:p>
            <a:r>
              <a:rPr lang="it-IT" dirty="0"/>
              <a:t>ROS2 Jazzy CI/CD Pipeline Demo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F10215-9929-FD17-9E8B-8FD21A7772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3" y="2961958"/>
            <a:ext cx="8791575" cy="1655762"/>
          </a:xfrm>
        </p:spPr>
        <p:txBody>
          <a:bodyPr/>
          <a:lstStyle/>
          <a:p>
            <a:r>
              <a:rPr lang="en-US" b="1" dirty="0"/>
              <a:t>Implementation of End-to-End Cloud Native DevOps for Robotics Applications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1AD30B-A022-F02C-C689-256991233126}"/>
              </a:ext>
            </a:extLst>
          </p:cNvPr>
          <p:cNvSpPr txBox="1"/>
          <p:nvPr/>
        </p:nvSpPr>
        <p:spPr>
          <a:xfrm>
            <a:off x="8382001" y="5580984"/>
            <a:ext cx="3809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Akanksha Kumbhare</a:t>
            </a:r>
          </a:p>
          <a:p>
            <a:r>
              <a:rPr lang="en-IN" dirty="0"/>
              <a:t>Kumbhare.akanksha12@gmail.com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2D7E1-33A5-9A73-C9BB-4DD0C9A1368F}"/>
              </a:ext>
            </a:extLst>
          </p:cNvPr>
          <p:cNvSpPr txBox="1"/>
          <p:nvPr/>
        </p:nvSpPr>
        <p:spPr>
          <a:xfrm>
            <a:off x="8410577" y="5292911"/>
            <a:ext cx="3809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Submitted by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4AA940-D874-AFEB-6244-59979BA85F97}"/>
              </a:ext>
            </a:extLst>
          </p:cNvPr>
          <p:cNvSpPr txBox="1"/>
          <p:nvPr/>
        </p:nvSpPr>
        <p:spPr>
          <a:xfrm>
            <a:off x="1961009" y="4248388"/>
            <a:ext cx="9002647" cy="36933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Project </a:t>
            </a:r>
            <a:r>
              <a:rPr lang="en-IN" dirty="0" err="1"/>
              <a:t>Github</a:t>
            </a:r>
            <a:r>
              <a:rPr lang="en-IN" dirty="0"/>
              <a:t> </a:t>
            </a:r>
            <a:r>
              <a:rPr lang="en-IN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en-IN" dirty="0"/>
              <a:t> : </a:t>
            </a:r>
            <a:r>
              <a:rPr lang="en-IN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Akankshakumbhare</a:t>
            </a:r>
            <a:r>
              <a:rPr lang="en-IN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/ros2-jazzy-demo: ros2-jazzy-demo-application</a:t>
            </a:r>
            <a:r>
              <a:rPr lang="en-IN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A7EE60-3414-CE19-AE89-3084EAA1D522}"/>
              </a:ext>
            </a:extLst>
          </p:cNvPr>
          <p:cNvSpPr txBox="1"/>
          <p:nvPr/>
        </p:nvSpPr>
        <p:spPr>
          <a:xfrm>
            <a:off x="8410577" y="6440841"/>
            <a:ext cx="3809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Date : 21</a:t>
            </a:r>
            <a:r>
              <a:rPr lang="en-IN" baseline="30000" dirty="0"/>
              <a:t>st</a:t>
            </a:r>
            <a:r>
              <a:rPr lang="en-IN" dirty="0"/>
              <a:t> May 2026</a:t>
            </a:r>
          </a:p>
        </p:txBody>
      </p:sp>
    </p:spTree>
    <p:extLst>
      <p:ext uri="{BB962C8B-B14F-4D97-AF65-F5344CB8AC3E}">
        <p14:creationId xmlns:p14="http://schemas.microsoft.com/office/powerpoint/2010/main" val="1993926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FC7B3-3252-A9F1-9E2B-8A2A422B1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299" y="1007980"/>
            <a:ext cx="4381563" cy="877824"/>
          </a:xfrm>
        </p:spPr>
        <p:txBody>
          <a:bodyPr/>
          <a:lstStyle/>
          <a:p>
            <a:r>
              <a:rPr lang="en-IN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92860-BF04-30D0-D179-0877904BD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409" y="2020832"/>
            <a:ext cx="10369295" cy="2834632"/>
          </a:xfrm>
          <a:ln w="12700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N" dirty="0"/>
              <a:t>Enterprise-grade CI/CD pipeline for ROS2 Jazzy.</a:t>
            </a:r>
          </a:p>
          <a:p>
            <a:r>
              <a:rPr lang="en-IN" dirty="0"/>
              <a:t>Automated infrastructure provisioning.</a:t>
            </a:r>
          </a:p>
          <a:p>
            <a:r>
              <a:rPr lang="en-IN" dirty="0"/>
              <a:t>Docker-based deployment workflow.</a:t>
            </a:r>
          </a:p>
          <a:p>
            <a:r>
              <a:rPr lang="en-IN" dirty="0"/>
              <a:t>Kubernetes orchestration using AKS.</a:t>
            </a:r>
          </a:p>
          <a:p>
            <a:r>
              <a:rPr lang="en-IN" dirty="0"/>
              <a:t>Monitoring and security integration</a:t>
            </a:r>
          </a:p>
          <a:p>
            <a:pPr>
              <a:lnSpc>
                <a:spcPct val="220000"/>
              </a:lnSpc>
              <a:defRPr sz="2000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36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F10A7-3937-49A1-20C7-9F0331245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545" y="493776"/>
            <a:ext cx="9905998" cy="923544"/>
          </a:xfrm>
        </p:spPr>
        <p:txBody>
          <a:bodyPr/>
          <a:lstStyle/>
          <a:p>
            <a:r>
              <a:rPr lang="en-IN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DFEC1-B571-04CF-2136-1D174D105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025" y="1527048"/>
            <a:ext cx="3328416" cy="4123944"/>
          </a:xfrm>
          <a:ln w="6350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N" dirty="0"/>
              <a:t>ROS2 Jazzy</a:t>
            </a:r>
          </a:p>
          <a:p>
            <a:r>
              <a:rPr lang="en-IN" dirty="0"/>
              <a:t>Azure DevOps</a:t>
            </a:r>
          </a:p>
          <a:p>
            <a:r>
              <a:rPr lang="en-IN" dirty="0"/>
              <a:t>Docker</a:t>
            </a:r>
          </a:p>
          <a:p>
            <a:r>
              <a:rPr lang="en-IN" dirty="0"/>
              <a:t>AKS</a:t>
            </a:r>
          </a:p>
          <a:p>
            <a:r>
              <a:rPr lang="en-IN" dirty="0"/>
              <a:t>ACR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A7E5ADF-9040-EAA4-4BAA-4DC40E34A22E}"/>
              </a:ext>
            </a:extLst>
          </p:cNvPr>
          <p:cNvSpPr txBox="1">
            <a:spLocks/>
          </p:cNvSpPr>
          <p:nvPr/>
        </p:nvSpPr>
        <p:spPr>
          <a:xfrm>
            <a:off x="5684521" y="1527048"/>
            <a:ext cx="3328416" cy="4123944"/>
          </a:xfrm>
          <a:prstGeom prst="rect">
            <a:avLst/>
          </a:prstGeom>
          <a:ln w="6350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Terraform</a:t>
            </a:r>
          </a:p>
          <a:p>
            <a:r>
              <a:rPr lang="en-IN" dirty="0"/>
              <a:t>Helm</a:t>
            </a:r>
          </a:p>
          <a:p>
            <a:r>
              <a:rPr lang="en-IN" dirty="0"/>
              <a:t>NGINX Ingress</a:t>
            </a:r>
          </a:p>
          <a:p>
            <a:r>
              <a:rPr lang="en-IN" dirty="0"/>
              <a:t>Prometheus</a:t>
            </a:r>
          </a:p>
          <a:p>
            <a:r>
              <a:rPr lang="en-IN" dirty="0"/>
              <a:t>Grafana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394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5A60C-384F-653E-D70D-F6B348991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624613"/>
            <a:ext cx="9905998" cy="707362"/>
          </a:xfrm>
        </p:spPr>
        <p:txBody>
          <a:bodyPr/>
          <a:lstStyle/>
          <a:p>
            <a:r>
              <a:rPr lang="en-IN" dirty="0"/>
              <a:t>Infrastructure Provisioning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2A420-29A5-96D1-086A-BF11505EC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4440" y="1591119"/>
            <a:ext cx="9905999" cy="4105593"/>
          </a:xfrm>
          <a:ln w="6350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N" dirty="0"/>
              <a:t>Terraform provisions:</a:t>
            </a:r>
          </a:p>
          <a:p>
            <a:r>
              <a:rPr lang="en-IN" dirty="0"/>
              <a:t>Resource Group</a:t>
            </a:r>
          </a:p>
          <a:p>
            <a:r>
              <a:rPr lang="en-IN" dirty="0"/>
              <a:t>AKS Cluster</a:t>
            </a:r>
          </a:p>
          <a:p>
            <a:r>
              <a:rPr lang="en-IN" dirty="0"/>
              <a:t>Azure Container Registry</a:t>
            </a:r>
          </a:p>
          <a:p>
            <a:r>
              <a:rPr lang="en-IN" dirty="0"/>
              <a:t>Log Analytics Workspace</a:t>
            </a:r>
          </a:p>
          <a:p>
            <a:r>
              <a:rPr lang="en-IN" dirty="0"/>
              <a:t>NGINX Ingress</a:t>
            </a:r>
          </a:p>
          <a:p>
            <a:r>
              <a:rPr lang="en-IN" dirty="0"/>
              <a:t>Cert-manager</a:t>
            </a:r>
          </a:p>
        </p:txBody>
      </p:sp>
    </p:spTree>
    <p:extLst>
      <p:ext uri="{BB962C8B-B14F-4D97-AF65-F5344CB8AC3E}">
        <p14:creationId xmlns:p14="http://schemas.microsoft.com/office/powerpoint/2010/main" val="1175459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AA565-E47D-7B6D-7288-8F815C2A2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Docker Containerization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F70CB-9CA9-E75A-0997-6F1DEB1D9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ROS2 Jazzy base image</a:t>
            </a:r>
          </a:p>
          <a:p>
            <a:r>
              <a:rPr lang="en-US" dirty="0"/>
              <a:t>ROS2 publisher/subscriber packages installed</a:t>
            </a:r>
          </a:p>
          <a:p>
            <a:r>
              <a:rPr lang="en-US" dirty="0"/>
              <a:t>Health checks implemented</a:t>
            </a:r>
          </a:p>
          <a:p>
            <a:r>
              <a:rPr lang="en-US" dirty="0"/>
              <a:t>Secure non-root user execution</a:t>
            </a:r>
          </a:p>
          <a:p>
            <a:pPr>
              <a:defRPr sz="2000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6321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B4CB4-23B1-E364-76C4-0C13AF2C9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Azure DevOps CI/CD Pipeline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6B8E4-3DB6-B819-224D-5A7D279E4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Stage 1: Build &amp; Security Scan</a:t>
            </a:r>
          </a:p>
          <a:p>
            <a:r>
              <a:rPr lang="en-US" dirty="0"/>
              <a:t>Stage 2: Runtime Validation</a:t>
            </a:r>
          </a:p>
          <a:p>
            <a:r>
              <a:rPr lang="en-US" dirty="0"/>
              <a:t>Stage 3: Deploy to AKS</a:t>
            </a:r>
          </a:p>
          <a:p>
            <a:r>
              <a:rPr lang="en-US" dirty="0"/>
              <a:t>Stage 4: Automatic Rollback</a:t>
            </a:r>
          </a:p>
        </p:txBody>
      </p:sp>
    </p:spTree>
    <p:extLst>
      <p:ext uri="{BB962C8B-B14F-4D97-AF65-F5344CB8AC3E}">
        <p14:creationId xmlns:p14="http://schemas.microsoft.com/office/powerpoint/2010/main" val="438720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86F7C-7A48-12BE-95DE-B281FAD2D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28D1D-76C3-5396-4610-809E56425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Security with </a:t>
            </a:r>
            <a:r>
              <a:rPr lang="en-IN" dirty="0" err="1"/>
              <a:t>Trivy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06C8F-C40F-2F3C-2C21-12A5C2F6A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Vulnerability scanning</a:t>
            </a:r>
          </a:p>
          <a:p>
            <a:r>
              <a:rPr lang="en-US" dirty="0"/>
              <a:t>Critical severity blocking</a:t>
            </a:r>
          </a:p>
          <a:p>
            <a:r>
              <a:rPr lang="en-US" dirty="0"/>
              <a:t>JSON report generation</a:t>
            </a:r>
          </a:p>
          <a:p>
            <a:r>
              <a:rPr lang="en-US" dirty="0"/>
              <a:t>Artifact publishing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60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F10E9-FB75-B2E0-AACF-A03532B7F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DA548-09DA-FB24-BD35-11B7190A8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405" y="606324"/>
            <a:ext cx="9905998" cy="939012"/>
          </a:xfrm>
        </p:spPr>
        <p:txBody>
          <a:bodyPr/>
          <a:lstStyle/>
          <a:p>
            <a:r>
              <a:rPr lang="en-IN" dirty="0"/>
              <a:t>Kubernetes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10664-FED9-92E7-3C7E-9EC9B8811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404" y="1819718"/>
            <a:ext cx="9905999" cy="409644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Resources Used:</a:t>
            </a:r>
          </a:p>
          <a:p>
            <a:r>
              <a:rPr lang="en-US" dirty="0"/>
              <a:t>Namespace</a:t>
            </a:r>
          </a:p>
          <a:p>
            <a:r>
              <a:rPr lang="en-US" dirty="0"/>
              <a:t>Deployment</a:t>
            </a:r>
          </a:p>
          <a:p>
            <a:r>
              <a:rPr lang="en-US" dirty="0"/>
              <a:t>Service</a:t>
            </a:r>
          </a:p>
          <a:p>
            <a:r>
              <a:rPr lang="en-US" dirty="0"/>
              <a:t>Ingress</a:t>
            </a:r>
          </a:p>
          <a:p>
            <a:r>
              <a:rPr lang="en-US" dirty="0"/>
              <a:t>Benefits:</a:t>
            </a:r>
          </a:p>
          <a:p>
            <a:r>
              <a:rPr lang="en-US" dirty="0"/>
              <a:t>Self-healing</a:t>
            </a:r>
          </a:p>
          <a:p>
            <a:r>
              <a:rPr lang="en-US" dirty="0"/>
              <a:t>Scalability</a:t>
            </a:r>
          </a:p>
          <a:p>
            <a:r>
              <a:rPr lang="en-US" dirty="0"/>
              <a:t>High availability</a:t>
            </a:r>
          </a:p>
        </p:txBody>
      </p:sp>
    </p:spTree>
    <p:extLst>
      <p:ext uri="{BB962C8B-B14F-4D97-AF65-F5344CB8AC3E}">
        <p14:creationId xmlns:p14="http://schemas.microsoft.com/office/powerpoint/2010/main" val="2310177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40219-4DB5-31C0-632A-782837673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E8DCF-744B-2BEF-2B19-EACCB4C9B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405" y="606324"/>
            <a:ext cx="9905998" cy="939012"/>
          </a:xfrm>
        </p:spPr>
        <p:txBody>
          <a:bodyPr/>
          <a:lstStyle/>
          <a:p>
            <a:r>
              <a:rPr lang="en-IN" dirty="0"/>
              <a:t>NGINX Ingress &amp; TLS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9CC97-5F44-05FF-67DE-53372D36B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404" y="1819718"/>
            <a:ext cx="9905999" cy="4096449"/>
          </a:xfrm>
        </p:spPr>
        <p:txBody>
          <a:bodyPr>
            <a:normAutofit/>
          </a:bodyPr>
          <a:lstStyle/>
          <a:p>
            <a:r>
              <a:rPr lang="en-IN" dirty="0"/>
              <a:t>External traffic routing</a:t>
            </a:r>
          </a:p>
          <a:p>
            <a:r>
              <a:rPr lang="en-IN" dirty="0"/>
              <a:t>TLS termination</a:t>
            </a:r>
          </a:p>
          <a:p>
            <a:r>
              <a:rPr lang="en-IN" dirty="0"/>
              <a:t>Automatic HTTPS certificates using cert-manager</a:t>
            </a:r>
          </a:p>
          <a:p>
            <a:r>
              <a:rPr lang="en-IN" dirty="0"/>
              <a:t>Secure communication</a:t>
            </a:r>
          </a:p>
        </p:txBody>
      </p:sp>
    </p:spTree>
    <p:extLst>
      <p:ext uri="{BB962C8B-B14F-4D97-AF65-F5344CB8AC3E}">
        <p14:creationId xmlns:p14="http://schemas.microsoft.com/office/powerpoint/2010/main" val="625264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90F6A-F409-6744-6B8D-5F409D7A2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6E33D-3B00-966C-5C57-0D17B98FE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405" y="606324"/>
            <a:ext cx="9905998" cy="939012"/>
          </a:xfrm>
        </p:spPr>
        <p:txBody>
          <a:bodyPr/>
          <a:lstStyle/>
          <a:p>
            <a:r>
              <a:rPr lang="en-IN" dirty="0"/>
              <a:t>Monitoring &amp; Observability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C9B85-76F1-889E-86DD-7D4318106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404" y="1819718"/>
            <a:ext cx="9905999" cy="4096449"/>
          </a:xfrm>
        </p:spPr>
        <p:txBody>
          <a:bodyPr>
            <a:normAutofit/>
          </a:bodyPr>
          <a:lstStyle/>
          <a:p>
            <a:r>
              <a:rPr lang="en-IN" dirty="0"/>
              <a:t>Monitoring Stack:</a:t>
            </a:r>
          </a:p>
          <a:p>
            <a:r>
              <a:rPr lang="en-IN" dirty="0"/>
              <a:t>Prometheus</a:t>
            </a:r>
          </a:p>
          <a:p>
            <a:r>
              <a:rPr lang="en-IN" dirty="0"/>
              <a:t>Grafana</a:t>
            </a:r>
          </a:p>
          <a:p>
            <a:r>
              <a:rPr lang="en-IN" dirty="0"/>
              <a:t>Kubernetes Logs</a:t>
            </a:r>
          </a:p>
          <a:p>
            <a:r>
              <a:rPr lang="en-IN" dirty="0"/>
              <a:t>AKS Metrics</a:t>
            </a:r>
          </a:p>
          <a:p>
            <a:r>
              <a:rPr lang="en-IN" dirty="0"/>
              <a:t>Dashboards:</a:t>
            </a:r>
          </a:p>
          <a:p>
            <a:r>
              <a:rPr lang="en-IN" dirty="0"/>
              <a:t>CPU, Memory, Network, Pod Health</a:t>
            </a:r>
          </a:p>
        </p:txBody>
      </p:sp>
    </p:spTree>
    <p:extLst>
      <p:ext uri="{BB962C8B-B14F-4D97-AF65-F5344CB8AC3E}">
        <p14:creationId xmlns:p14="http://schemas.microsoft.com/office/powerpoint/2010/main" val="1466753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401DD-3C85-7263-67C6-E8D765730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A28BB-CAAE-9504-0FDA-8FFEB4B21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405" y="606324"/>
            <a:ext cx="9905998" cy="939012"/>
          </a:xfrm>
        </p:spPr>
        <p:txBody>
          <a:bodyPr/>
          <a:lstStyle/>
          <a:p>
            <a:r>
              <a:rPr lang="en-IN" dirty="0"/>
              <a:t>Production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6E88A-F965-351E-CE54-933239587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404" y="1819718"/>
            <a:ext cx="9905999" cy="4096449"/>
          </a:xfrm>
        </p:spPr>
        <p:txBody>
          <a:bodyPr>
            <a:normAutofit/>
          </a:bodyPr>
          <a:lstStyle/>
          <a:p>
            <a:r>
              <a:rPr lang="en-IN" dirty="0"/>
              <a:t>Terraform </a:t>
            </a:r>
            <a:r>
              <a:rPr lang="en-IN" dirty="0" err="1"/>
              <a:t>IaC</a:t>
            </a:r>
            <a:endParaRPr lang="en-IN" dirty="0"/>
          </a:p>
          <a:p>
            <a:r>
              <a:rPr lang="en-IN" dirty="0"/>
              <a:t>Automatic Rollback</a:t>
            </a:r>
          </a:p>
          <a:p>
            <a:r>
              <a:rPr lang="en-IN" dirty="0"/>
              <a:t>Runtime Validation</a:t>
            </a:r>
          </a:p>
          <a:p>
            <a:r>
              <a:rPr lang="en-IN" dirty="0"/>
              <a:t>TLS Automation</a:t>
            </a:r>
          </a:p>
          <a:p>
            <a:r>
              <a:rPr lang="en-IN" dirty="0"/>
              <a:t>Workload Identity</a:t>
            </a:r>
          </a:p>
          <a:p>
            <a:r>
              <a:rPr lang="en-IN" dirty="0"/>
              <a:t>Centralized Logging</a:t>
            </a:r>
          </a:p>
        </p:txBody>
      </p:sp>
    </p:spTree>
    <p:extLst>
      <p:ext uri="{BB962C8B-B14F-4D97-AF65-F5344CB8AC3E}">
        <p14:creationId xmlns:p14="http://schemas.microsoft.com/office/powerpoint/2010/main" val="2695537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3118-95F0-E872-E3CD-9C0488D6B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25650"/>
          </a:xfrm>
        </p:spPr>
        <p:txBody>
          <a:bodyPr/>
          <a:lstStyle/>
          <a:p>
            <a:r>
              <a:rPr lang="en-IN" dirty="0"/>
              <a:t>Architecture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688E4B-BFE8-D619-E311-4975C043BF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2" y="1490472"/>
            <a:ext cx="9905997" cy="5102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155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F5765-3ACB-6A47-2567-311D20832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82A96-1050-1684-5404-BEE9B9CAD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405" y="606324"/>
            <a:ext cx="9905998" cy="939012"/>
          </a:xfrm>
        </p:spPr>
        <p:txBody>
          <a:bodyPr/>
          <a:lstStyle/>
          <a:p>
            <a:r>
              <a:rPr lang="en-IN" dirty="0"/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CF300-C8A6-F383-30AE-E62B05E66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404" y="1819718"/>
            <a:ext cx="9905999" cy="4096449"/>
          </a:xfrm>
        </p:spPr>
        <p:txBody>
          <a:bodyPr>
            <a:normAutofit/>
          </a:bodyPr>
          <a:lstStyle/>
          <a:p>
            <a:r>
              <a:rPr lang="en-IN" dirty="0"/>
              <a:t>Azure service connection setup</a:t>
            </a:r>
          </a:p>
          <a:p>
            <a:r>
              <a:rPr lang="en-IN" dirty="0"/>
              <a:t>Kubernetes ingress configuration</a:t>
            </a:r>
          </a:p>
          <a:p>
            <a:r>
              <a:rPr lang="en-IN" dirty="0"/>
              <a:t>ACR authentication issues</a:t>
            </a:r>
          </a:p>
          <a:p>
            <a:r>
              <a:rPr lang="en-IN" dirty="0"/>
              <a:t>Terraform role assignments</a:t>
            </a:r>
          </a:p>
          <a:p>
            <a:r>
              <a:rPr lang="en-IN" dirty="0"/>
              <a:t>CI/CD pipeline debugging</a:t>
            </a:r>
          </a:p>
        </p:txBody>
      </p:sp>
    </p:spTree>
    <p:extLst>
      <p:ext uri="{BB962C8B-B14F-4D97-AF65-F5344CB8AC3E}">
        <p14:creationId xmlns:p14="http://schemas.microsoft.com/office/powerpoint/2010/main" val="2670679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626E3-C93F-39CE-DBDF-5F2F960B5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111BA-5F8F-D3FD-9958-A148DCEBF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405" y="606324"/>
            <a:ext cx="9905998" cy="939012"/>
          </a:xfrm>
        </p:spPr>
        <p:txBody>
          <a:bodyPr/>
          <a:lstStyle/>
          <a:p>
            <a:r>
              <a:rPr lang="en-IN" dirty="0"/>
              <a:t>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0E3B2-541D-D1D2-2B0D-67209A4E3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404" y="1819718"/>
            <a:ext cx="9905999" cy="4096449"/>
          </a:xfrm>
        </p:spPr>
        <p:txBody>
          <a:bodyPr>
            <a:normAutofit/>
          </a:bodyPr>
          <a:lstStyle/>
          <a:p>
            <a:r>
              <a:rPr lang="en-IN" dirty="0" err="1"/>
              <a:t>ArgoCD</a:t>
            </a:r>
            <a:r>
              <a:rPr lang="en-IN" dirty="0"/>
              <a:t> </a:t>
            </a:r>
            <a:r>
              <a:rPr lang="en-IN" dirty="0" err="1"/>
              <a:t>GitOps</a:t>
            </a:r>
            <a:endParaRPr lang="en-IN" dirty="0"/>
          </a:p>
          <a:p>
            <a:r>
              <a:rPr lang="en-IN" dirty="0"/>
              <a:t>HPA Autoscaling</a:t>
            </a:r>
          </a:p>
          <a:p>
            <a:r>
              <a:rPr lang="en-IN" dirty="0"/>
              <a:t>SonarQube Integration</a:t>
            </a:r>
          </a:p>
          <a:p>
            <a:r>
              <a:rPr lang="en-IN" dirty="0"/>
              <a:t>Blue-Green Deployment</a:t>
            </a:r>
          </a:p>
          <a:p>
            <a:r>
              <a:rPr lang="en-IN" dirty="0"/>
              <a:t>Multi-stage Docker builds</a:t>
            </a:r>
          </a:p>
        </p:txBody>
      </p:sp>
    </p:spTree>
    <p:extLst>
      <p:ext uri="{BB962C8B-B14F-4D97-AF65-F5344CB8AC3E}">
        <p14:creationId xmlns:p14="http://schemas.microsoft.com/office/powerpoint/2010/main" val="4127300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BB6FF-B3D4-121C-98AC-87783AA5D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Limitation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A5914-D92B-7102-9FB5-C1304C580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Ingress and Service are included to demonstrate Kubernetes networking and TLS integration, although the ROS2 publisher itself is not an HTTP-based workload."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966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A0B65-1AD9-B70E-8F6B-F843FFB3C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6CD73-EDA5-0EB4-8571-D5E0B26C9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405" y="606324"/>
            <a:ext cx="9905998" cy="939012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C1D41-3400-B8E3-9819-A2EE87BE2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404" y="1819718"/>
            <a:ext cx="9905999" cy="40964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project demonstrates a complete enterprise-grade DevOps workflow for ROS2 applications using Azure, Kubernetes, Docker, Terraform, and monitoring tools.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41432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4AAC4-4113-B214-C218-88B6DB3C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273" y="1834670"/>
            <a:ext cx="7982712" cy="2527018"/>
          </a:xfrm>
        </p:spPr>
        <p:txBody>
          <a:bodyPr>
            <a:normAutofit/>
          </a:bodyPr>
          <a:lstStyle/>
          <a:p>
            <a:r>
              <a:rPr lang="en-IN" sz="5400" dirty="0"/>
              <a:t>Thank </a:t>
            </a:r>
            <a:r>
              <a:rPr lang="en-IN" sz="5400" dirty="0" err="1"/>
              <a:t>YoU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41305623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80</TotalTime>
  <Words>319</Words>
  <Application>Microsoft Office PowerPoint</Application>
  <PresentationFormat>Widescreen</PresentationFormat>
  <Paragraphs>95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Tw Cen MT</vt:lpstr>
      <vt:lpstr>Circuit</vt:lpstr>
      <vt:lpstr>ROS2 Jazzy CI/CD Pipeline Demo</vt:lpstr>
      <vt:lpstr>Project Overview</vt:lpstr>
      <vt:lpstr>Technologies Used</vt:lpstr>
      <vt:lpstr>Infrastructure Provisioning</vt:lpstr>
      <vt:lpstr>Docker Containerization</vt:lpstr>
      <vt:lpstr>Azure DevOps CI/CD Pipeline</vt:lpstr>
      <vt:lpstr>Security with Trivy</vt:lpstr>
      <vt:lpstr>Kubernetes Deployment</vt:lpstr>
      <vt:lpstr>NGINX Ingress &amp; TLS</vt:lpstr>
      <vt:lpstr>Monitoring &amp; Observability</vt:lpstr>
      <vt:lpstr>Production Features</vt:lpstr>
      <vt:lpstr>Architecture Diagram</vt:lpstr>
      <vt:lpstr>Challenges Faced</vt:lpstr>
      <vt:lpstr>Future Improvements</vt:lpstr>
      <vt:lpstr>Project Limitation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Sahu</dc:creator>
  <cp:lastModifiedBy>Abhishek Sahu</cp:lastModifiedBy>
  <cp:revision>1</cp:revision>
  <dcterms:created xsi:type="dcterms:W3CDTF">2026-05-14T11:30:00Z</dcterms:created>
  <dcterms:modified xsi:type="dcterms:W3CDTF">2026-05-21T13:23:46Z</dcterms:modified>
</cp:coreProperties>
</file>